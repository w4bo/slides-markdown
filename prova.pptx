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(Francia, Gallinucci, and Golfarelli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2025-12-22T21:47:02Z</dcterms:created>
  <dcterms:modified xsi:type="dcterms:W3CDTF">2025-12-22T21:47:02Z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