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16/J.ESWA.2023.122055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Title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</a:t>
            </a:r>
            <a:br/>
            <a:br/>
            <a:r>
              <a:rPr/>
              <a:t>John Doe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2023-12-04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Left column (Francia, Gallinucci, and Golfarelli 2024)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Right column</a:t>
            </a:r>
          </a:p>
          <a:p>
            <a:pPr lvl="0"/>
            <a:r>
              <a:rPr/>
              <a:t>Nested level 1</a:t>
            </a:r>
          </a:p>
          <a:p>
            <a:pPr lvl="1"/>
            <a:r>
              <a:rPr/>
              <a:t>Nested level 2</a:t>
            </a:r>
          </a:p>
          <a:p>
            <a:pPr lvl="2"/>
            <a:r>
              <a:rPr/>
              <a:t>Nested level 3</a:t>
            </a:r>
          </a:p>
          <a:p>
            <a:pPr lvl="2"/>
            <a:r>
              <a:rPr/>
              <a:t>Nested level 3</a:t>
            </a:r>
          </a:p>
          <a:p>
            <a:pPr lvl="1"/>
            <a:r>
              <a:rPr/>
              <a:t>Nested level 2</a:t>
            </a:r>
          </a:p>
          <a:p>
            <a:pPr lvl="0"/>
            <a:r>
              <a:rPr/>
              <a:t>Nested level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This is some latex</a:t>
                </a:r>
              </a:p>
              <a:p>
                <a:pPr lvl="0"/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A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</m:rPr>
                        <m:t>{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}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embedded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Main slide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Hi from embedded document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Bbb</a:t>
            </a:r>
          </a:p>
        </p:txBody>
      </p:sp>
      <p:pic>
        <p:nvPicPr>
          <p:cNvPr descr="imag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203200"/>
            <a:ext cx="4927600" cy="3873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immagine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Section</a:t>
            </a:r>
          </a:p>
          <a:p>
            <a:pPr lvl="0" indent="0" marL="0">
              <a:buNone/>
            </a:pPr>
            <a:r>
              <a:rPr/>
              <a:t>Xxx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Ccc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subsection</a:t>
            </a:r>
          </a:p>
          <a:p>
            <a:pPr lvl="0" indent="0" marL="0">
              <a:buNone/>
            </a:pPr>
            <a:r>
              <a:rPr/>
              <a:t>Yyy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subsubsection</a:t>
            </a:r>
          </a:p>
          <a:p>
            <a:pPr lvl="0" indent="0" marL="0">
              <a:buNone/>
            </a:pPr>
            <a:r>
              <a:rPr/>
              <a:t>Ddd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subsubsubsection</a:t>
            </a:r>
          </a:p>
          <a:p>
            <a:pPr lvl="0" indent="0" marL="0">
              <a:buNone/>
            </a:pPr>
            <a:r>
              <a:rPr/>
              <a:t>Eee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other slides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a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b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let</a:t>
            </a:r>
            <a:r>
              <a:rPr>
                <a:latin typeface="Courier"/>
              </a:rPr>
              <a:t> c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x </a:t>
            </a:r>
            <a:r>
              <a:rPr b="1">
                <a:solidFill>
                  <a:srgbClr val="007020"/>
                </a:solidFill>
                <a:latin typeface="Courier"/>
              </a:rPr>
              <a:t>=&gt;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+</a:t>
            </a:r>
            <a:r>
              <a:rPr>
                <a:latin typeface="Courier"/>
              </a:rPr>
              <a:t> x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  <a:r>
              <a:rPr>
                <a:solidFill>
                  <a:srgbClr val="666666"/>
                </a:solidFill>
                <a:latin typeface="Courier"/>
              </a:rPr>
              <a:t>;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Francia, Matteo, Enrico Gallinucci, and Matteo Golfarelli. 2024. “Colossal Trajectory Mining: A Unifying Approach to Mine Behavioral Mobility Patterns.” </a:t>
            </a:r>
            <a:r>
              <a:rPr i="1"/>
              <a:t>Expert Syst. Appl.</a:t>
            </a:r>
            <a:r>
              <a:rPr/>
              <a:t> 238 (Part E): 122055. </a:t>
            </a:r>
            <a:r>
              <a:rPr>
                <a:hlinkClick r:id="rId2"/>
              </a:rPr>
              <a:t>https://doi.org/10.1016/J.ESWA.2023.122055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John Doe</dc:creator>
  <cp:keywords/>
  <dcterms:created xsi:type="dcterms:W3CDTF">2026-04-20T05:57:00Z</dcterms:created>
  <dcterms:modified xsi:type="dcterms:W3CDTF">2026-04-20T05:57:00Z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>prova.bib</vt:lpwstr>
  </property>
  <property fmtid="{D5CDD505-2E9C-101B-9397-08002B2CF9AE}" pid="5" name="by-author">
    <vt:lpwstr/>
  </property>
  <property fmtid="{D5CDD505-2E9C-101B-9397-08002B2CF9AE}" pid="6" name="date">
    <vt:lpwstr>2023-12-04</vt:lpwstr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Subtitle</vt:lpwstr>
  </property>
  <property fmtid="{D5CDD505-2E9C-101B-9397-08002B2CF9AE}" pid="12" name="toc-title">
    <vt:lpwstr>Table of contents</vt:lpwstr>
  </property>
</Properties>
</file>