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vs" ContentType="text/plain; charset=utf-8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vs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(Francia, Gallinucci, and Golfarelli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https://github.com/w4bo/img-dump/assets/18005592/edb97112-e9bb-45f8-8f2c-3121ebd80b7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31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2025-12-10T08:41:01Z</dcterms:created>
  <dcterms:modified xsi:type="dcterms:W3CDTF">2025-12-10T08:41:01Z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